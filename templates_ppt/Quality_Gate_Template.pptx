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4"/>
    <p:sldMasterId id="2147483802" r:id="rId5"/>
  </p:sldMasterIdLst>
  <p:notesMasterIdLst>
    <p:notesMasterId r:id="rId7"/>
  </p:notesMasterIdLst>
  <p:sldIdLst>
    <p:sldId id="262" r:id="rId6"/>
  </p:sldIdLst>
  <p:sldSz cx="12195175" cy="6859588"/>
  <p:notesSz cx="7010400" cy="9296400"/>
  <p:defaultTextStyle>
    <a:defPPr>
      <a:defRPr lang="ko-KR"/>
    </a:defPPr>
    <a:lvl1pPr marL="0" algn="l" defTabSz="1039307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519654" algn="l" defTabSz="1039307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1039307" algn="l" defTabSz="1039307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558961" algn="l" defTabSz="1039307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2078614" algn="l" defTabSz="1039307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598268" algn="l" defTabSz="1039307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3117921" algn="l" defTabSz="1039307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637575" algn="l" defTabSz="1039307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4157228" algn="l" defTabSz="1039307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318FD656-D2AD-42F0-8B12-B7C31197E7DB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>
        <p15:guide id="2" orient="horz" pos="4066" userDrawn="1">
          <p15:clr>
            <a:srgbClr val="A4A3A4"/>
          </p15:clr>
        </p15:guide>
        <p15:guide id="6" pos="7288" userDrawn="1">
          <p15:clr>
            <a:srgbClr val="A4A3A4"/>
          </p15:clr>
        </p15:guide>
        <p15:guide id="8" pos="3841" userDrawn="1">
          <p15:clr>
            <a:srgbClr val="A4A3A4"/>
          </p15:clr>
        </p15:guide>
        <p15:guide id="10" pos="4022" userDrawn="1">
          <p15:clr>
            <a:srgbClr val="A4A3A4"/>
          </p15:clr>
        </p15:guide>
        <p15:guide id="11" orient="horz" pos="1127" userDrawn="1">
          <p15:clr>
            <a:srgbClr val="A4A3A4"/>
          </p15:clr>
        </p15:guide>
        <p15:guide id="21" pos="57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E8E2"/>
    <a:srgbClr val="E7E6E2"/>
    <a:srgbClr val="F8F8F8"/>
    <a:srgbClr val="0000FF"/>
    <a:srgbClr val="00FF00"/>
    <a:srgbClr val="FFFFCC"/>
    <a:srgbClr val="EFEFEF"/>
    <a:srgbClr val="1428A0"/>
    <a:srgbClr val="FCFDFE"/>
    <a:srgbClr val="F2F7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7AC3CCA-C797-4891-BE02-D94E43425B78}" styleName="Estilo Mé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3782" autoAdjust="0"/>
    <p:restoredTop sz="78467" autoAdjust="0"/>
  </p:normalViewPr>
  <p:slideViewPr>
    <p:cSldViewPr showGuides="1">
      <p:cViewPr varScale="1">
        <p:scale>
          <a:sx n="85" d="100"/>
          <a:sy n="85" d="100"/>
        </p:scale>
        <p:origin x="1061" y="48"/>
      </p:cViewPr>
      <p:guideLst>
        <p:guide orient="horz" pos="4066"/>
        <p:guide pos="7288"/>
        <p:guide pos="3841"/>
        <p:guide pos="4022"/>
        <p:guide orient="horz" pos="1127"/>
        <p:guide pos="57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howGuides="1">
      <p:cViewPr varScale="1">
        <p:scale>
          <a:sx n="78" d="100"/>
          <a:sy n="78" d="100"/>
        </p:scale>
        <p:origin x="4062" y="102"/>
      </p:cViewPr>
      <p:guideLst>
        <p:guide orient="horz" pos="2928"/>
        <p:guide pos="2208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1" cy="464821"/>
          </a:xfrm>
          <a:prstGeom prst="rect">
            <a:avLst/>
          </a:prstGeom>
        </p:spPr>
        <p:txBody>
          <a:bodyPr vert="horz" lIns="91484" tIns="45742" rIns="91484" bIns="45742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1" cy="464821"/>
          </a:xfrm>
          <a:prstGeom prst="rect">
            <a:avLst/>
          </a:prstGeom>
        </p:spPr>
        <p:txBody>
          <a:bodyPr vert="horz" lIns="91484" tIns="45742" rIns="91484" bIns="45742" rtlCol="0"/>
          <a:lstStyle>
            <a:lvl1pPr algn="r">
              <a:defRPr sz="1200"/>
            </a:lvl1pPr>
          </a:lstStyle>
          <a:p>
            <a:fld id="{9B5D0067-D38F-4263-B989-0688B916729C}" type="datetimeFigureOut">
              <a:rPr lang="ko-KR" altLang="en-US" smtClean="0"/>
              <a:pPr/>
              <a:t>2026-07-11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04813" y="696913"/>
            <a:ext cx="6200775" cy="34877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84" tIns="45742" rIns="91484" bIns="45742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01041" y="4415791"/>
            <a:ext cx="5608320" cy="4183379"/>
          </a:xfrm>
          <a:prstGeom prst="rect">
            <a:avLst/>
          </a:prstGeom>
        </p:spPr>
        <p:txBody>
          <a:bodyPr vert="horz" lIns="91484" tIns="45742" rIns="91484" bIns="45742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1" cy="464821"/>
          </a:xfrm>
          <a:prstGeom prst="rect">
            <a:avLst/>
          </a:prstGeom>
        </p:spPr>
        <p:txBody>
          <a:bodyPr vert="horz" lIns="91484" tIns="45742" rIns="91484" bIns="45742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1" cy="464821"/>
          </a:xfrm>
          <a:prstGeom prst="rect">
            <a:avLst/>
          </a:prstGeom>
        </p:spPr>
        <p:txBody>
          <a:bodyPr vert="horz" lIns="91484" tIns="45742" rIns="91484" bIns="45742" rtlCol="0" anchor="b"/>
          <a:lstStyle>
            <a:lvl1pPr algn="r">
              <a:defRPr sz="1200"/>
            </a:lvl1pPr>
          </a:lstStyle>
          <a:p>
            <a:fld id="{B5285FBC-F7CD-41AC-AE7E-FC5C5DFD5DB1}" type="slidenum">
              <a:rPr lang="ko-KR" altLang="en-US" smtClean="0"/>
              <a:pPr/>
              <a:t>‹nº›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1679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39307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519654" algn="l" defTabSz="1039307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1039307" algn="l" defTabSz="1039307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558961" algn="l" defTabSz="1039307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2078614" algn="l" defTabSz="1039307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598268" algn="l" defTabSz="1039307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117921" algn="l" defTabSz="1039307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637575" algn="l" defTabSz="1039307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157228" algn="l" defTabSz="1039307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07950" y="755650"/>
            <a:ext cx="6726238" cy="378301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446200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21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397" y="1122623"/>
            <a:ext cx="9146381" cy="2388153"/>
          </a:xfrm>
        </p:spPr>
        <p:txBody>
          <a:bodyPr anchor="b"/>
          <a:lstStyle>
            <a:lvl1pPr algn="ctr">
              <a:defRPr sz="600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397" y="3602872"/>
            <a:ext cx="9146381" cy="165614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91" indent="0" algn="ctr">
              <a:buNone/>
              <a:defRPr sz="2000"/>
            </a:lvl2pPr>
            <a:lvl3pPr marL="914583" indent="0" algn="ctr">
              <a:buNone/>
              <a:defRPr sz="1800"/>
            </a:lvl3pPr>
            <a:lvl4pPr marL="1371874" indent="0" algn="ctr">
              <a:buNone/>
              <a:defRPr sz="1600"/>
            </a:lvl4pPr>
            <a:lvl5pPr marL="1829166" indent="0" algn="ctr">
              <a:buNone/>
              <a:defRPr sz="1600"/>
            </a:lvl5pPr>
            <a:lvl6pPr marL="2286457" indent="0" algn="ctr">
              <a:buNone/>
              <a:defRPr sz="1600"/>
            </a:lvl6pPr>
            <a:lvl7pPr marL="2743749" indent="0" algn="ctr">
              <a:buNone/>
              <a:defRPr sz="1600"/>
            </a:lvl7pPr>
            <a:lvl8pPr marL="3201040" indent="0" algn="ctr">
              <a:buNone/>
              <a:defRPr sz="1600"/>
            </a:lvl8pPr>
            <a:lvl9pPr marL="3658332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4D37C-C7D5-4AB9-81D9-1795A1311CCA}" type="datetimeFigureOut">
              <a:rPr lang="pt-BR" smtClean="0"/>
              <a:t>11/07/2026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EC8B4-6B08-45B9-A489-2707C25ED6FD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62939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219419"/>
            <a:fld id="{576DA4DD-E479-46D6-8923-D4B33350BEAC}" type="datetime1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 defTabSz="1219419"/>
              <a:t>2026-07-11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219419"/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2247971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397" y="1122623"/>
            <a:ext cx="9146381" cy="2388153"/>
          </a:xfrm>
        </p:spPr>
        <p:txBody>
          <a:bodyPr anchor="b"/>
          <a:lstStyle>
            <a:lvl1pPr algn="ctr">
              <a:defRPr sz="600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397" y="3602872"/>
            <a:ext cx="9146381" cy="165614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91" indent="0" algn="ctr">
              <a:buNone/>
              <a:defRPr sz="2000"/>
            </a:lvl2pPr>
            <a:lvl3pPr marL="914583" indent="0" algn="ctr">
              <a:buNone/>
              <a:defRPr sz="1800"/>
            </a:lvl3pPr>
            <a:lvl4pPr marL="1371874" indent="0" algn="ctr">
              <a:buNone/>
              <a:defRPr sz="1600"/>
            </a:lvl4pPr>
            <a:lvl5pPr marL="1829166" indent="0" algn="ctr">
              <a:buNone/>
              <a:defRPr sz="1600"/>
            </a:lvl5pPr>
            <a:lvl6pPr marL="2286457" indent="0" algn="ctr">
              <a:buNone/>
              <a:defRPr sz="1600"/>
            </a:lvl6pPr>
            <a:lvl7pPr marL="2743749" indent="0" algn="ctr">
              <a:buNone/>
              <a:defRPr sz="1600"/>
            </a:lvl7pPr>
            <a:lvl8pPr marL="3201040" indent="0" algn="ctr">
              <a:buNone/>
              <a:defRPr sz="1600"/>
            </a:lvl8pPr>
            <a:lvl9pPr marL="3658332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4D37C-C7D5-4AB9-81D9-1795A1311CCA}" type="datetimeFigureOut">
              <a:rPr lang="pt-BR" smtClean="0"/>
              <a:t>11/07/2026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EC8B4-6B08-45B9-A489-2707C25ED6FD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84906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219419"/>
            <a:fld id="{576DA4DD-E479-46D6-8923-D4B33350BEAC}" type="datetime1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 defTabSz="1219419"/>
              <a:t>2026-07-11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219419"/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665760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2067" y="1710134"/>
            <a:ext cx="10518338" cy="2853398"/>
          </a:xfrm>
        </p:spPr>
        <p:txBody>
          <a:bodyPr anchor="b"/>
          <a:lstStyle>
            <a:lvl1pPr>
              <a:defRPr sz="600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2067" y="4590526"/>
            <a:ext cx="10518338" cy="150053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9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58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87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91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45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7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10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83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219419"/>
            <a:fld id="{576DA4DD-E479-46D6-8923-D4B33350BEAC}" type="datetime1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 defTabSz="1219419"/>
              <a:t>2026-07-11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219419"/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9320F-B445-4227-8A09-FB8C6AE1EA2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4008259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418" y="1826048"/>
            <a:ext cx="5182949" cy="4352346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3808" y="1826048"/>
            <a:ext cx="5182949" cy="4352346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219419"/>
            <a:fld id="{576DA4DD-E479-46D6-8923-D4B33350BEAC}" type="datetime1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 defTabSz="1219419"/>
              <a:t>2026-07-11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219419"/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9320F-B445-4227-8A09-FB8C6AE1EA2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05802938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40007" y="365210"/>
            <a:ext cx="10518338" cy="1325870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40007" y="1681552"/>
            <a:ext cx="5159130" cy="82410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91" indent="0">
              <a:buNone/>
              <a:defRPr sz="2000" b="1"/>
            </a:lvl2pPr>
            <a:lvl3pPr marL="914583" indent="0">
              <a:buNone/>
              <a:defRPr sz="1800" b="1"/>
            </a:lvl3pPr>
            <a:lvl4pPr marL="1371874" indent="0">
              <a:buNone/>
              <a:defRPr sz="1600" b="1"/>
            </a:lvl4pPr>
            <a:lvl5pPr marL="1829166" indent="0">
              <a:buNone/>
              <a:defRPr sz="1600" b="1"/>
            </a:lvl5pPr>
            <a:lvl6pPr marL="2286457" indent="0">
              <a:buNone/>
              <a:defRPr sz="1600" b="1"/>
            </a:lvl6pPr>
            <a:lvl7pPr marL="2743749" indent="0">
              <a:buNone/>
              <a:defRPr sz="1600" b="1"/>
            </a:lvl7pPr>
            <a:lvl8pPr marL="3201040" indent="0">
              <a:buNone/>
              <a:defRPr sz="1600" b="1"/>
            </a:lvl8pPr>
            <a:lvl9pPr marL="3658332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40007" y="2505655"/>
            <a:ext cx="5159130" cy="3685441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3807" y="1681552"/>
            <a:ext cx="5184538" cy="82410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91" indent="0">
              <a:buNone/>
              <a:defRPr sz="2000" b="1"/>
            </a:lvl2pPr>
            <a:lvl3pPr marL="914583" indent="0">
              <a:buNone/>
              <a:defRPr sz="1800" b="1"/>
            </a:lvl3pPr>
            <a:lvl4pPr marL="1371874" indent="0">
              <a:buNone/>
              <a:defRPr sz="1600" b="1"/>
            </a:lvl4pPr>
            <a:lvl5pPr marL="1829166" indent="0">
              <a:buNone/>
              <a:defRPr sz="1600" b="1"/>
            </a:lvl5pPr>
            <a:lvl6pPr marL="2286457" indent="0">
              <a:buNone/>
              <a:defRPr sz="1600" b="1"/>
            </a:lvl6pPr>
            <a:lvl7pPr marL="2743749" indent="0">
              <a:buNone/>
              <a:defRPr sz="1600" b="1"/>
            </a:lvl7pPr>
            <a:lvl8pPr marL="3201040" indent="0">
              <a:buNone/>
              <a:defRPr sz="1600" b="1"/>
            </a:lvl8pPr>
            <a:lvl9pPr marL="3658332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3807" y="2505655"/>
            <a:ext cx="5184538" cy="3685441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219419"/>
            <a:fld id="{576DA4DD-E479-46D6-8923-D4B33350BEAC}" type="datetime1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 defTabSz="1219419"/>
              <a:t>2026-07-11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219419"/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9320F-B445-4227-8A09-FB8C6AE1EA2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83993674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219419"/>
            <a:fld id="{576DA4DD-E479-46D6-8923-D4B33350BEAC}" type="datetime1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 defTabSz="1219419"/>
              <a:t>2026-07-11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219419"/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9320F-B445-4227-8A09-FB8C6AE1EA2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01171490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219419"/>
            <a:fld id="{576DA4DD-E479-46D6-8923-D4B33350BEAC}" type="datetime1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 defTabSz="1219419"/>
              <a:t>2026-07-11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219419"/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9320F-B445-4227-8A09-FB8C6AE1EA2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84533860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40007" y="457306"/>
            <a:ext cx="3933261" cy="1600571"/>
          </a:xfrm>
        </p:spPr>
        <p:txBody>
          <a:bodyPr anchor="b"/>
          <a:lstStyle>
            <a:lvl1pPr>
              <a:defRPr sz="320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4538" y="987654"/>
            <a:ext cx="6173807" cy="4874754"/>
          </a:xfrm>
        </p:spPr>
        <p:txBody>
          <a:bodyPr/>
          <a:lstStyle>
            <a:lvl1pPr>
              <a:defRPr sz="3201"/>
            </a:lvl1pPr>
            <a:lvl2pPr>
              <a:defRPr sz="2801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40007" y="2057876"/>
            <a:ext cx="3933261" cy="3812471"/>
          </a:xfrm>
        </p:spPr>
        <p:txBody>
          <a:bodyPr/>
          <a:lstStyle>
            <a:lvl1pPr marL="0" indent="0">
              <a:buNone/>
              <a:defRPr sz="1600"/>
            </a:lvl1pPr>
            <a:lvl2pPr marL="457291" indent="0">
              <a:buNone/>
              <a:defRPr sz="1400"/>
            </a:lvl2pPr>
            <a:lvl3pPr marL="914583" indent="0">
              <a:buNone/>
              <a:defRPr sz="1200"/>
            </a:lvl3pPr>
            <a:lvl4pPr marL="1371874" indent="0">
              <a:buNone/>
              <a:defRPr sz="1000"/>
            </a:lvl4pPr>
            <a:lvl5pPr marL="1829166" indent="0">
              <a:buNone/>
              <a:defRPr sz="1000"/>
            </a:lvl5pPr>
            <a:lvl6pPr marL="2286457" indent="0">
              <a:buNone/>
              <a:defRPr sz="1000"/>
            </a:lvl6pPr>
            <a:lvl7pPr marL="2743749" indent="0">
              <a:buNone/>
              <a:defRPr sz="1000"/>
            </a:lvl7pPr>
            <a:lvl8pPr marL="3201040" indent="0">
              <a:buNone/>
              <a:defRPr sz="1000"/>
            </a:lvl8pPr>
            <a:lvl9pPr marL="3658332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219419"/>
            <a:fld id="{576DA4DD-E479-46D6-8923-D4B33350BEAC}" type="datetime1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 defTabSz="1219419"/>
              <a:t>2026-07-11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219419"/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9320F-B445-4227-8A09-FB8C6AE1EA2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91826220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40007" y="457306"/>
            <a:ext cx="3933261" cy="1600571"/>
          </a:xfrm>
        </p:spPr>
        <p:txBody>
          <a:bodyPr anchor="b"/>
          <a:lstStyle>
            <a:lvl1pPr>
              <a:defRPr sz="320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4538" y="987654"/>
            <a:ext cx="6173807" cy="4874754"/>
          </a:xfrm>
        </p:spPr>
        <p:txBody>
          <a:bodyPr/>
          <a:lstStyle>
            <a:lvl1pPr marL="0" indent="0">
              <a:buNone/>
              <a:defRPr sz="3201"/>
            </a:lvl1pPr>
            <a:lvl2pPr marL="457291" indent="0">
              <a:buNone/>
              <a:defRPr sz="2801"/>
            </a:lvl2pPr>
            <a:lvl3pPr marL="914583" indent="0">
              <a:buNone/>
              <a:defRPr sz="2400"/>
            </a:lvl3pPr>
            <a:lvl4pPr marL="1371874" indent="0">
              <a:buNone/>
              <a:defRPr sz="2000"/>
            </a:lvl4pPr>
            <a:lvl5pPr marL="1829166" indent="0">
              <a:buNone/>
              <a:defRPr sz="2000"/>
            </a:lvl5pPr>
            <a:lvl6pPr marL="2286457" indent="0">
              <a:buNone/>
              <a:defRPr sz="2000"/>
            </a:lvl6pPr>
            <a:lvl7pPr marL="2743749" indent="0">
              <a:buNone/>
              <a:defRPr sz="2000"/>
            </a:lvl7pPr>
            <a:lvl8pPr marL="3201040" indent="0">
              <a:buNone/>
              <a:defRPr sz="2000"/>
            </a:lvl8pPr>
            <a:lvl9pPr marL="3658332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40007" y="2057876"/>
            <a:ext cx="3933261" cy="3812471"/>
          </a:xfrm>
        </p:spPr>
        <p:txBody>
          <a:bodyPr/>
          <a:lstStyle>
            <a:lvl1pPr marL="0" indent="0">
              <a:buNone/>
              <a:defRPr sz="1600"/>
            </a:lvl1pPr>
            <a:lvl2pPr marL="457291" indent="0">
              <a:buNone/>
              <a:defRPr sz="1400"/>
            </a:lvl2pPr>
            <a:lvl3pPr marL="914583" indent="0">
              <a:buNone/>
              <a:defRPr sz="1200"/>
            </a:lvl3pPr>
            <a:lvl4pPr marL="1371874" indent="0">
              <a:buNone/>
              <a:defRPr sz="1000"/>
            </a:lvl4pPr>
            <a:lvl5pPr marL="1829166" indent="0">
              <a:buNone/>
              <a:defRPr sz="1000"/>
            </a:lvl5pPr>
            <a:lvl6pPr marL="2286457" indent="0">
              <a:buNone/>
              <a:defRPr sz="1000"/>
            </a:lvl6pPr>
            <a:lvl7pPr marL="2743749" indent="0">
              <a:buNone/>
              <a:defRPr sz="1000"/>
            </a:lvl7pPr>
            <a:lvl8pPr marL="3201040" indent="0">
              <a:buNone/>
              <a:defRPr sz="1000"/>
            </a:lvl8pPr>
            <a:lvl9pPr marL="3658332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219419"/>
            <a:fld id="{576DA4DD-E479-46D6-8923-D4B33350BEAC}" type="datetime1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 defTabSz="1219419"/>
              <a:t>2026-07-11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219419"/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9320F-B445-4227-8A09-FB8C6AE1EA2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45605068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219419"/>
            <a:fld id="{576DA4DD-E479-46D6-8923-D4B33350BEAC}" type="datetime1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 defTabSz="1219419"/>
              <a:t>2026-07-11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219419"/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9320F-B445-4227-8A09-FB8C6AE1EA2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4703212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7172" y="365209"/>
            <a:ext cx="2629585" cy="581318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418" y="365209"/>
            <a:ext cx="7736314" cy="5813184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219419"/>
            <a:fld id="{576DA4DD-E479-46D6-8923-D4B33350BEAC}" type="datetime1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 defTabSz="1219419"/>
              <a:t>2026-07-11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219419"/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9320F-B445-4227-8A09-FB8C6AE1EA2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4750958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177" y="725220"/>
            <a:ext cx="12194822" cy="0"/>
          </a:xfrm>
          <a:prstGeom prst="line">
            <a:avLst/>
          </a:prstGeom>
          <a:ln w="12700">
            <a:solidFill>
              <a:srgbClr val="3366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9506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24097" y="6449938"/>
            <a:ext cx="2845541" cy="365210"/>
          </a:xfrm>
          <a:prstGeom prst="rect">
            <a:avLst/>
          </a:prstGeom>
        </p:spPr>
        <p:txBody>
          <a:bodyPr vert="horz" lIns="103931" tIns="51965" rIns="103931" bIns="51965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419"/>
            <a:fld id="{576DA4DD-E479-46D6-8923-D4B33350BEAC}" type="datetime1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 defTabSz="1219419"/>
              <a:t>2026-07-11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6695" y="6449938"/>
            <a:ext cx="3861805" cy="365210"/>
          </a:xfrm>
          <a:prstGeom prst="rect">
            <a:avLst/>
          </a:prstGeom>
        </p:spPr>
        <p:txBody>
          <a:bodyPr vert="horz" lIns="103931" tIns="51965" rIns="103931" bIns="51965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419"/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3509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77" r:id="rId3"/>
  </p:sldLayoutIdLst>
  <p:transition/>
  <p:hf hdr="0" ftr="0" dt="0"/>
  <p:txStyles>
    <p:titleStyle>
      <a:lvl1pPr marL="0" algn="l" defTabSz="1219419" rtl="0" eaLnBrk="0" fontAlgn="base" latinLnBrk="1" hangingPunct="0">
        <a:spcBef>
          <a:spcPct val="0"/>
        </a:spcBef>
        <a:spcAft>
          <a:spcPct val="0"/>
        </a:spcAft>
        <a:buNone/>
        <a:defRPr lang="ko-KR" altLang="en-US" sz="3200" b="0" kern="1200" dirty="0" smtClean="0">
          <a:solidFill>
            <a:schemeClr val="tx1">
              <a:lumMod val="65000"/>
              <a:lumOff val="35000"/>
            </a:schemeClr>
          </a:solidFill>
          <a:effectLst/>
          <a:latin typeface="HY견고딕" pitchFamily="18" charset="-127"/>
          <a:ea typeface="HY견고딕" pitchFamily="18" charset="-127"/>
          <a:cs typeface="Tahoma" pitchFamily="34" charset="0"/>
        </a:defRPr>
      </a:lvl1pPr>
    </p:titleStyle>
    <p:bodyStyle>
      <a:lvl1pPr marL="304936" indent="-304936" algn="l" defTabSz="1039307" rtl="0" eaLnBrk="1" latinLnBrk="1" hangingPunct="1">
        <a:lnSpc>
          <a:spcPct val="100000"/>
        </a:lnSpc>
        <a:spcBef>
          <a:spcPts val="0"/>
        </a:spcBef>
        <a:spcAft>
          <a:spcPts val="0"/>
        </a:spcAft>
        <a:buFont typeface="Wingdings" pitchFamily="2" charset="2"/>
        <a:buChar char="§"/>
        <a:defRPr lang="ko-KR" altLang="en-US" sz="2500" b="1" kern="1200" dirty="0" smtClean="0">
          <a:solidFill>
            <a:schemeClr val="tx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1pPr>
      <a:lvl2pPr marL="413197" indent="-214719" algn="l" defTabSz="1039307" rtl="0" eaLnBrk="1" latinLnBrk="1" hangingPunct="1">
        <a:lnSpc>
          <a:spcPct val="100000"/>
        </a:lnSpc>
        <a:spcBef>
          <a:spcPts val="341"/>
        </a:spcBef>
        <a:spcAft>
          <a:spcPts val="0"/>
        </a:spcAft>
        <a:buFont typeface="Arial" pitchFamily="34" charset="0"/>
        <a:buChar char="-"/>
        <a:defRPr lang="ko-KR" altLang="en-US" sz="2000" kern="1200" dirty="0" smtClean="0">
          <a:solidFill>
            <a:schemeClr val="tx1"/>
          </a:solidFill>
          <a:latin typeface="맑은 고딕" pitchFamily="50" charset="-127"/>
          <a:ea typeface="맑은 고딕" pitchFamily="50" charset="-127"/>
          <a:cs typeface="Arial" pitchFamily="34" charset="0"/>
          <a:sym typeface="Wingdings" pitchFamily="2" charset="2"/>
        </a:defRPr>
      </a:lvl2pPr>
      <a:lvl3pPr marL="611676" indent="-198479" algn="l" defTabSz="1039307" rtl="0" eaLnBrk="1" latinLnBrk="1" hangingPunct="1">
        <a:lnSpc>
          <a:spcPct val="100000"/>
        </a:lnSpc>
        <a:spcBef>
          <a:spcPts val="341"/>
        </a:spcBef>
        <a:spcAft>
          <a:spcPts val="0"/>
        </a:spcAft>
        <a:buClrTx/>
        <a:buFont typeface="맑은 고딕" pitchFamily="50" charset="-127"/>
        <a:buChar char="∙"/>
        <a:defRPr lang="ko-KR" altLang="en-US" sz="1800" kern="1200" dirty="0" smtClean="0">
          <a:solidFill>
            <a:schemeClr val="tx1"/>
          </a:solidFill>
          <a:latin typeface="+mn-lt"/>
          <a:ea typeface="+mn-ea"/>
          <a:cs typeface="Arial" pitchFamily="34" charset="0"/>
          <a:sym typeface="Wingdings" pitchFamily="2" charset="2"/>
        </a:defRPr>
      </a:lvl3pPr>
      <a:lvl4pPr marL="718132" indent="-212914" algn="l" defTabSz="1039307" rtl="0" eaLnBrk="1" latinLnBrk="1" hangingPunct="1">
        <a:lnSpc>
          <a:spcPct val="100000"/>
        </a:lnSpc>
        <a:spcBef>
          <a:spcPts val="0"/>
        </a:spcBef>
        <a:spcAft>
          <a:spcPts val="0"/>
        </a:spcAft>
        <a:buFont typeface="Arial" pitchFamily="34" charset="0"/>
        <a:buChar char="√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338441" indent="-259827" algn="l" defTabSz="1039307" rtl="0" eaLnBrk="1" latinLnBrk="1" hangingPunct="1">
        <a:spcBef>
          <a:spcPct val="20000"/>
        </a:spcBef>
        <a:buFont typeface="Arial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58094" indent="-259827" algn="l" defTabSz="1039307" rtl="0" eaLnBrk="1" latinLnBrk="1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377748" indent="-259827" algn="l" defTabSz="1039307" rtl="0" eaLnBrk="1" latinLnBrk="1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897401" indent="-259827" algn="l" defTabSz="1039307" rtl="0" eaLnBrk="1" latinLnBrk="1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17055" indent="-259827" algn="l" defTabSz="1039307" rtl="0" eaLnBrk="1" latinLnBrk="1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039307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19654" algn="l" defTabSz="1039307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39307" algn="l" defTabSz="1039307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58961" algn="l" defTabSz="1039307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78614" algn="l" defTabSz="1039307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98268" algn="l" defTabSz="1039307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117921" algn="l" defTabSz="1039307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637575" algn="l" defTabSz="1039307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157228" algn="l" defTabSz="1039307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419" y="365210"/>
            <a:ext cx="10518338" cy="13258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419" y="1826048"/>
            <a:ext cx="10518338" cy="43523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418" y="6357822"/>
            <a:ext cx="2743914" cy="3652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419"/>
            <a:fld id="{576DA4DD-E479-46D6-8923-D4B33350BEAC}" type="datetime1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 defTabSz="1219419"/>
              <a:t>2026-07-11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9652" y="6357822"/>
            <a:ext cx="4115872" cy="3652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419"/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2843" y="6357822"/>
            <a:ext cx="2743914" cy="3652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49320F-B445-4227-8A09-FB8C6AE1EA2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44138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  <p:sldLayoutId id="2147483804" r:id="rId2"/>
    <p:sldLayoutId id="2147483805" r:id="rId3"/>
    <p:sldLayoutId id="2147483806" r:id="rId4"/>
    <p:sldLayoutId id="2147483807" r:id="rId5"/>
    <p:sldLayoutId id="2147483808" r:id="rId6"/>
    <p:sldLayoutId id="2147483809" r:id="rId7"/>
    <p:sldLayoutId id="2147483810" r:id="rId8"/>
    <p:sldLayoutId id="2147483811" r:id="rId9"/>
    <p:sldLayoutId id="2147483812" r:id="rId10"/>
    <p:sldLayoutId id="2147483813" r:id="rId11"/>
    <p:sldLayoutId id="2147483814" r:id="rId12"/>
  </p:sldLayoutIdLst>
  <p:hf hdr="0" ftr="0" dt="0"/>
  <p:txStyles>
    <p:titleStyle>
      <a:lvl1pPr algn="l" defTabSz="914583" rtl="0" eaLnBrk="1" latinLnBrk="0" hangingPunct="1">
        <a:lnSpc>
          <a:spcPct val="90000"/>
        </a:lnSpc>
        <a:spcBef>
          <a:spcPct val="0"/>
        </a:spcBef>
        <a:buNone/>
        <a:defRPr sz="440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46" indent="-228646" algn="l" defTabSz="91458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1" kern="1200">
          <a:solidFill>
            <a:schemeClr val="tx1"/>
          </a:solidFill>
          <a:latin typeface="+mn-lt"/>
          <a:ea typeface="+mn-ea"/>
          <a:cs typeface="+mn-cs"/>
        </a:defRPr>
      </a:lvl1pPr>
      <a:lvl2pPr marL="685937" indent="-228646" algn="l" defTabSz="91458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229" indent="-228646" algn="l" defTabSz="91458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520" indent="-228646" algn="l" defTabSz="91458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811" indent="-228646" algn="l" defTabSz="91458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5103" indent="-228646" algn="l" defTabSz="91458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2394" indent="-228646" algn="l" defTabSz="91458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686" indent="-228646" algn="l" defTabSz="91458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977" indent="-228646" algn="l" defTabSz="91458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5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91" algn="l" defTabSz="9145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583" algn="l" defTabSz="9145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874" algn="l" defTabSz="9145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9166" algn="l" defTabSz="9145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457" algn="l" defTabSz="9145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749" algn="l" defTabSz="9145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1040" algn="l" defTabSz="9145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8332" algn="l" defTabSz="9145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/>
        </p:nvCxnSpPr>
        <p:spPr>
          <a:xfrm>
            <a:off x="354" y="725298"/>
            <a:ext cx="12194469" cy="0"/>
          </a:xfrm>
          <a:prstGeom prst="line">
            <a:avLst/>
          </a:prstGeom>
          <a:ln w="12700">
            <a:solidFill>
              <a:srgbClr val="3366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Content Placeholder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03104068"/>
              </p:ext>
            </p:extLst>
          </p:nvPr>
        </p:nvGraphicFramePr>
        <p:xfrm>
          <a:off x="84919" y="1167290"/>
          <a:ext cx="11982614" cy="5661914"/>
        </p:xfrm>
        <a:graphic>
          <a:graphicData uri="http://schemas.openxmlformats.org/drawingml/2006/table">
            <a:tbl>
              <a:tblPr firstRow="1" bandRow="1">
                <a:gradFill rotWithShape="1">
                  <a:gsLst>
                    <a:gs pos="0">
                      <a:srgbClr val="0F6FC6">
                        <a:tint val="50000"/>
                        <a:satMod val="300000"/>
                      </a:srgbClr>
                    </a:gs>
                    <a:gs pos="35000">
                      <a:srgbClr val="0F6FC6">
                        <a:tint val="37000"/>
                        <a:satMod val="300000"/>
                      </a:srgbClr>
                    </a:gs>
                    <a:gs pos="100000">
                      <a:srgbClr val="0F6FC6">
                        <a:tint val="15000"/>
                        <a:satMod val="350000"/>
                      </a:srgbClr>
                    </a:gs>
                  </a:gsLst>
                  <a:lin ang="16200000" scaled="1"/>
                </a:gradFill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a:tblPr>
              <a:tblGrid>
                <a:gridCol w="14334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9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207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/>
                      <a:r>
                        <a:rPr lang="en-GB" sz="1200" b="1" dirty="0">
                          <a:solidFill>
                            <a:schemeClr val="tx1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  <a:cs typeface="Times New Roman" pitchFamily="18" charset="0"/>
                        </a:rPr>
                        <a:t>Model/</a:t>
                      </a:r>
                    </a:p>
                    <a:p>
                      <a:pPr algn="ctr"/>
                      <a:r>
                        <a:rPr lang="en-GB" sz="1200" b="1" dirty="0">
                          <a:solidFill>
                            <a:schemeClr val="tx1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  <a:cs typeface="Times New Roman" pitchFamily="18" charset="0"/>
                        </a:rPr>
                        <a:t>Process</a:t>
                      </a:r>
                    </a:p>
                  </a:txBody>
                  <a:tcPr marL="97057" marR="97057" marT="45730" marB="457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/>
                      <a:r>
                        <a:rPr lang="pt-BR" sz="1200" dirty="0">
                          <a:solidFill>
                            <a:schemeClr val="tx1"/>
                          </a:solidFill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Analysis</a:t>
                      </a:r>
                      <a:r>
                        <a:rPr lang="pt-BR" sz="1200" baseline="0" dirty="0">
                          <a:solidFill>
                            <a:schemeClr val="tx1"/>
                          </a:solidFill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 &amp; Action Plan</a:t>
                      </a:r>
                      <a:endParaRPr lang="pt-BR" sz="1200" dirty="0">
                        <a:solidFill>
                          <a:schemeClr val="tx1"/>
                        </a:solidFill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97057" marR="97057" marT="45730" marB="4573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R="0" lvl="0" indent="-180975" algn="ctr" defTabSz="779252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tabLst/>
                      </a:pPr>
                      <a:r>
                        <a:rPr lang="en-GB" altLang="ko-KR" sz="1100" b="1" u="none" kern="1200" noProof="1">
                          <a:solidFill>
                            <a:schemeClr val="dk1"/>
                          </a:solidFill>
                          <a:latin typeface="Malgun Gothic" panose="020B0503020000020004" pitchFamily="34" charset="-127"/>
                          <a:ea typeface="Malgun Gothic" panose="020B0503020000020004" pitchFamily="34" charset="-127"/>
                          <a:cs typeface="Times New Roman" pitchFamily="18" charset="0"/>
                        </a:rPr>
                        <a:t>PIC </a:t>
                      </a:r>
                    </a:p>
                    <a:p>
                      <a:pPr marR="0" lvl="0" indent="-180975" algn="ctr" defTabSz="779252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tabLst/>
                      </a:pPr>
                      <a:r>
                        <a:rPr lang="en-GB" altLang="ko-KR" sz="1100" b="1" u="none" kern="1200" noProof="1">
                          <a:solidFill>
                            <a:schemeClr val="dk1"/>
                          </a:solidFill>
                          <a:latin typeface="Malgun Gothic" panose="020B0503020000020004" pitchFamily="34" charset="-127"/>
                          <a:ea typeface="Malgun Gothic" panose="020B0503020000020004" pitchFamily="34" charset="-127"/>
                          <a:cs typeface="Times New Roman" pitchFamily="18" charset="0"/>
                        </a:rPr>
                        <a:t>[ Dept ]</a:t>
                      </a:r>
                    </a:p>
                  </a:txBody>
                  <a:tcPr marL="97057" marR="97057" marT="45730" marB="4573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984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200" b="0" u="none" kern="1200" baseline="0" dirty="0">
                          <a:solidFill>
                            <a:schemeClr val="tx1"/>
                          </a:solidFill>
                          <a:latin typeface="Malgun Gothic" panose="020B0503020000020004" pitchFamily="34" charset="-127"/>
                          <a:ea typeface="Malgun Gothic" panose="020B0503020000020004" pitchFamily="34" charset="-127"/>
                          <a:cs typeface="Times New Roman" pitchFamily="18" charset="0"/>
                        </a:rPr>
                        <a:t>{{MODEL}}</a:t>
                      </a:r>
                    </a:p>
                  </a:txBody>
                  <a:tcPr marL="48528" marR="48528" marT="45730" marB="457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r>
                        <a:rPr lang="en-US" sz="1200" b="1" u="none" kern="1200" baseline="0" dirty="0">
                          <a:solidFill>
                            <a:srgbClr val="0F22B1"/>
                          </a:solidFill>
                          <a:latin typeface="Malgun Gothic" panose="020B0503020000020004" pitchFamily="34" charset="-127"/>
                          <a:ea typeface="Malgun Gothic" panose="020B0503020000020004" pitchFamily="34" charset="-127"/>
                          <a:cs typeface="Times New Roman" pitchFamily="18" charset="0"/>
                        </a:rPr>
                        <a:t>□ Defect &amp; Rate </a:t>
                      </a:r>
                      <a:r>
                        <a:rPr lang="en-US" sz="1200" b="1" u="none" dirty="0">
                          <a:solidFill>
                            <a:srgbClr val="0F22B1"/>
                          </a:solidFill>
                          <a:latin typeface="Malgun Gothic" panose="020B0503020000020004" pitchFamily="34" charset="-127"/>
                          <a:ea typeface="Malgun Gothic" panose="020B0503020000020004" pitchFamily="34" charset="-127"/>
                          <a:cs typeface="Times New Roman" pitchFamily="18" charset="0"/>
                        </a:rPr>
                        <a:t>                                                             </a:t>
                      </a:r>
                      <a:r>
                        <a:rPr lang="en-US" sz="1200" b="1" u="none" baseline="0" dirty="0">
                          <a:solidFill>
                            <a:srgbClr val="0F22B1"/>
                          </a:solidFill>
                          <a:latin typeface="Malgun Gothic" panose="020B0503020000020004" pitchFamily="34" charset="-127"/>
                          <a:ea typeface="Malgun Gothic" panose="020B0503020000020004" pitchFamily="34" charset="-127"/>
                          <a:cs typeface="Times New Roman" pitchFamily="18" charset="0"/>
                        </a:rPr>
                        <a:t>          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200" b="0" i="0" u="none" kern="1200" baseline="0" dirty="0">
                          <a:solidFill>
                            <a:schemeClr val="tx1"/>
                          </a:solidFill>
                          <a:latin typeface="Malgun Gothic" panose="020B0503020000020004" pitchFamily="34" charset="-127"/>
                          <a:ea typeface="Malgun Gothic" panose="020B0503020000020004" pitchFamily="34" charset="-127"/>
                          <a:cs typeface="Times New Roman" pitchFamily="18" charset="0"/>
                        </a:rPr>
                        <a:t>{{DEFECT}}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200" b="0" i="0" u="none" kern="1200" baseline="0" dirty="0">
                        <a:solidFill>
                          <a:schemeClr val="tx1"/>
                        </a:solidFill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200" b="0" i="0" u="none" kern="1200" baseline="0" dirty="0">
                          <a:solidFill>
                            <a:schemeClr val="tx1"/>
                          </a:solidFill>
                          <a:latin typeface="Malgun Gothic" panose="020B0503020000020004" pitchFamily="34" charset="-127"/>
                          <a:ea typeface="Malgun Gothic" panose="020B0503020000020004" pitchFamily="34" charset="-127"/>
                          <a:cs typeface="Times New Roman" pitchFamily="18" charset="0"/>
                        </a:rPr>
                        <a:t>   . Defect Symptom: {{DEFECT}}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200" b="0" u="none" kern="1200" baseline="0" dirty="0">
                          <a:solidFill>
                            <a:schemeClr val="tx1"/>
                          </a:solidFill>
                          <a:latin typeface="Malgun Gothic" panose="020B0503020000020004" pitchFamily="34" charset="-127"/>
                          <a:ea typeface="Malgun Gothic" panose="020B0503020000020004" pitchFamily="34" charset="-127"/>
                          <a:cs typeface="Times New Roman" pitchFamily="18" charset="0"/>
                        </a:rPr>
                        <a:t>   . Line: {{LINE}}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200" b="0" u="none" kern="1200" baseline="0" dirty="0">
                          <a:solidFill>
                            <a:schemeClr val="tx1"/>
                          </a:solidFill>
                          <a:latin typeface="Malgun Gothic" panose="020B0503020000020004" pitchFamily="34" charset="-127"/>
                          <a:ea typeface="Malgun Gothic" panose="020B0503020000020004" pitchFamily="34" charset="-127"/>
                          <a:cs typeface="Times New Roman" pitchFamily="18" charset="0"/>
                        </a:rPr>
                        <a:t>   . Date: {{DATE}}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200" b="0" u="none" kern="1200" baseline="0" dirty="0">
                          <a:solidFill>
                            <a:schemeClr val="tx1"/>
                          </a:solidFill>
                          <a:latin typeface="Malgun Gothic" panose="020B0503020000020004" pitchFamily="34" charset="-127"/>
                          <a:ea typeface="Malgun Gothic" panose="020B0503020000020004" pitchFamily="34" charset="-127"/>
                          <a:cs typeface="Times New Roman" pitchFamily="18" charset="0"/>
                        </a:rPr>
                        <a:t>   . Model: {{MODEL}}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200" b="0" u="none" kern="1200" baseline="0" dirty="0">
                          <a:solidFill>
                            <a:schemeClr val="tx1"/>
                          </a:solidFill>
                          <a:latin typeface="Malgun Gothic" panose="020B0503020000020004" pitchFamily="34" charset="-127"/>
                          <a:ea typeface="Malgun Gothic" panose="020B0503020000020004" pitchFamily="34" charset="-127"/>
                          <a:cs typeface="Times New Roman" pitchFamily="18" charset="0"/>
                        </a:rPr>
                        <a:t>   . Qty Def.: {{QTY_DEFECT}}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200" b="0" u="none" kern="1200" baseline="0" dirty="0">
                          <a:solidFill>
                            <a:schemeClr val="tx1"/>
                          </a:solidFill>
                          <a:latin typeface="Malgun Gothic" panose="020B0503020000020004" pitchFamily="34" charset="-127"/>
                          <a:ea typeface="Malgun Gothic" panose="020B0503020000020004" pitchFamily="34" charset="-127"/>
                          <a:cs typeface="Times New Roman" pitchFamily="18" charset="0"/>
                        </a:rPr>
                        <a:t>   . Anomaly Category: {{CATEGORY}}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200" b="0" u="none" kern="1200" baseline="0" dirty="0">
                        <a:solidFill>
                          <a:schemeClr val="tx1"/>
                        </a:solidFill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itchFamily="18" charset="0"/>
                      </a:endParaRPr>
                    </a:p>
                    <a:p>
                      <a:r>
                        <a:rPr lang="en-US" sz="1200" b="1" u="none" kern="1200" baseline="0" dirty="0">
                          <a:solidFill>
                            <a:srgbClr val="0F22B1"/>
                          </a:solidFill>
                          <a:latin typeface="Malgun Gothic" panose="020B0503020000020004" pitchFamily="34" charset="-127"/>
                          <a:ea typeface="Malgun Gothic" panose="020B0503020000020004" pitchFamily="34" charset="-127"/>
                          <a:cs typeface="Times New Roman" pitchFamily="18" charset="0"/>
                        </a:rPr>
                        <a:t>□ Possible </a:t>
                      </a:r>
                      <a:r>
                        <a:rPr lang="pt-BR" sz="1200" b="1" dirty="0">
                          <a:solidFill>
                            <a:srgbClr val="0F22B1"/>
                          </a:solidFill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Cause 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pt-BR" sz="1200" b="1" baseline="0" dirty="0">
                          <a:solidFill>
                            <a:srgbClr val="0F22B1"/>
                          </a:solidFill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 </a:t>
                      </a:r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Malgun Gothic" panose="020B0503020000020004" pitchFamily="34" charset="-127"/>
                          <a:ea typeface="Malgun Gothic" panose="020B0503020000020004" pitchFamily="34" charset="-127"/>
                          <a:cs typeface="+mn-cs"/>
                        </a:rPr>
                        <a:t>{{CAUSE}}</a:t>
                      </a:r>
                      <a:endParaRPr lang="en-US" sz="1200" b="1" u="none" kern="1200" baseline="0" dirty="0">
                        <a:solidFill>
                          <a:srgbClr val="0F22B1"/>
                        </a:solidFill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u="none" kern="1200" baseline="0" dirty="0">
                        <a:solidFill>
                          <a:srgbClr val="0F22B1"/>
                        </a:solidFill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u="none" kern="1200" baseline="0" dirty="0">
                          <a:solidFill>
                            <a:srgbClr val="0F22B1"/>
                          </a:solidFill>
                          <a:latin typeface="Malgun Gothic" panose="020B0503020000020004" pitchFamily="34" charset="-127"/>
                          <a:ea typeface="Malgun Gothic" panose="020B0503020000020004" pitchFamily="34" charset="-127"/>
                          <a:cs typeface="Times New Roman" pitchFamily="18" charset="0"/>
                        </a:rPr>
                        <a:t>□ </a:t>
                      </a:r>
                      <a:r>
                        <a:rPr lang="pt-BR" sz="1200" b="1" dirty="0">
                          <a:solidFill>
                            <a:srgbClr val="0F22B1"/>
                          </a:solidFill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Action: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u="none" kern="1200" baseline="0" dirty="0">
                          <a:solidFill>
                            <a:schemeClr val="tx1"/>
                          </a:solidFill>
                          <a:latin typeface="Malgun Gothic" panose="020B0503020000020004" pitchFamily="34" charset="-127"/>
                          <a:ea typeface="Malgun Gothic" panose="020B0503020000020004" pitchFamily="34" charset="-127"/>
                          <a:cs typeface="+mn-cs"/>
                        </a:rPr>
                        <a:t>. {{ACTION}}</a:t>
                      </a:r>
                      <a:r>
                        <a:rPr lang="en-US" sz="1100" b="0" u="none" kern="1200" baseline="0" dirty="0">
                          <a:solidFill>
                            <a:schemeClr val="tx1"/>
                          </a:solidFill>
                          <a:latin typeface="Malgun Gothic" panose="020B0503020000020004" pitchFamily="34" charset="-127"/>
                          <a:ea typeface="Malgun Gothic" panose="020B0503020000020004" pitchFamily="34" charset="-127"/>
                          <a:cs typeface="Times New Roman" pitchFamily="18" charset="0"/>
                        </a:rPr>
                        <a:t> 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100" b="0" u="none" kern="1200" baseline="0" dirty="0">
                        <a:solidFill>
                          <a:schemeClr val="tx1"/>
                        </a:solidFill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itchFamily="18" charset="0"/>
                      </a:endParaRPr>
                    </a:p>
                  </a:txBody>
                  <a:tcPr marL="48528" marR="48528" marT="45730" marB="4573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defTabSz="7792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baseline="0" dirty="0">
                        <a:solidFill>
                          <a:schemeClr val="tx2"/>
                        </a:solidFill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itchFamily="18" charset="0"/>
                        <a:sym typeface="Wingdings" pitchFamily="2" charset="2"/>
                      </a:endParaRPr>
                    </a:p>
                    <a:p>
                      <a:pPr marL="0" marR="0" indent="0" algn="ctr" defTabSz="7792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baseline="0" dirty="0">
                        <a:solidFill>
                          <a:schemeClr val="tx2"/>
                        </a:solidFill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itchFamily="18" charset="0"/>
                        <a:sym typeface="Wingdings" pitchFamily="2" charset="2"/>
                      </a:endParaRPr>
                    </a:p>
                    <a:p>
                      <a:pPr marL="0" marR="0" indent="0" algn="ctr" defTabSz="7792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baseline="0" dirty="0">
                        <a:solidFill>
                          <a:schemeClr val="tx2"/>
                        </a:solidFill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itchFamily="18" charset="0"/>
                        <a:sym typeface="Wingdings" pitchFamily="2" charset="2"/>
                      </a:endParaRPr>
                    </a:p>
                    <a:p>
                      <a:pPr marL="0" marR="0" indent="0" algn="ctr" defTabSz="7792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baseline="0" dirty="0">
                        <a:solidFill>
                          <a:schemeClr val="tx2"/>
                        </a:solidFill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itchFamily="18" charset="0"/>
                        <a:sym typeface="Wingdings" pitchFamily="2" charset="2"/>
                      </a:endParaRPr>
                    </a:p>
                    <a:p>
                      <a:pPr marL="0" marR="0" lvl="0" indent="0" algn="ctr" defTabSz="7792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baseline="0" dirty="0">
                        <a:solidFill>
                          <a:schemeClr val="tx1"/>
                        </a:solidFill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itchFamily="18" charset="0"/>
                        <a:sym typeface="Wingdings" pitchFamily="2" charset="2"/>
                      </a:endParaRPr>
                    </a:p>
                    <a:p>
                      <a:pPr marL="0" marR="0" lvl="0" indent="0" algn="ctr" defTabSz="7792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baseline="0" dirty="0">
                        <a:solidFill>
                          <a:schemeClr val="tx1"/>
                        </a:solidFill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itchFamily="18" charset="0"/>
                        <a:sym typeface="Wingdings" pitchFamily="2" charset="2"/>
                      </a:endParaRPr>
                    </a:p>
                    <a:p>
                      <a:pPr marL="0" marR="0" lvl="0" indent="0" algn="ctr" defTabSz="7792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baseline="0" dirty="0">
                        <a:solidFill>
                          <a:schemeClr val="tx1"/>
                        </a:solidFill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itchFamily="18" charset="0"/>
                        <a:sym typeface="Wingdings" pitchFamily="2" charset="2"/>
                      </a:endParaRPr>
                    </a:p>
                    <a:p>
                      <a:pPr marL="0" marR="0" lvl="0" indent="0" algn="ctr" defTabSz="7792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baseline="0" dirty="0">
                        <a:solidFill>
                          <a:schemeClr val="tx1"/>
                        </a:solidFill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itchFamily="18" charset="0"/>
                        <a:sym typeface="Wingdings" pitchFamily="2" charset="2"/>
                      </a:endParaRPr>
                    </a:p>
                    <a:p>
                      <a:pPr marL="0" marR="0" lvl="0" indent="0" algn="ctr" defTabSz="7792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baseline="0" dirty="0">
                        <a:solidFill>
                          <a:schemeClr val="tx1"/>
                        </a:solidFill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itchFamily="18" charset="0"/>
                        <a:sym typeface="Wingdings" pitchFamily="2" charset="2"/>
                      </a:endParaRPr>
                    </a:p>
                    <a:p>
                      <a:pPr marL="0" marR="0" lvl="0" indent="0" algn="ctr" defTabSz="7792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baseline="0" dirty="0">
                        <a:solidFill>
                          <a:schemeClr val="tx1"/>
                        </a:solidFill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itchFamily="18" charset="0"/>
                        <a:sym typeface="Wingdings" pitchFamily="2" charset="2"/>
                      </a:endParaRPr>
                    </a:p>
                    <a:p>
                      <a:pPr marL="0" marR="0" lvl="0" indent="0" algn="ctr" defTabSz="7792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baseline="0" dirty="0">
                        <a:solidFill>
                          <a:schemeClr val="tx1"/>
                        </a:solidFill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itchFamily="18" charset="0"/>
                        <a:sym typeface="Wingdings" pitchFamily="2" charset="2"/>
                      </a:endParaRPr>
                    </a:p>
                    <a:p>
                      <a:pPr marL="0" marR="0" lvl="0" indent="0" algn="ctr" defTabSz="7792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baseline="0" dirty="0">
                        <a:solidFill>
                          <a:schemeClr val="tx1"/>
                        </a:solidFill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Times New Roman" pitchFamily="18" charset="0"/>
                        <a:sym typeface="Wingdings" pitchFamily="2" charset="2"/>
                      </a:endParaRPr>
                    </a:p>
                    <a:p>
                      <a:pPr marL="0" marR="0" lvl="0" indent="0" algn="ctr" defTabSz="7792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900" b="0" baseline="0" dirty="0">
                          <a:solidFill>
                            <a:schemeClr val="tx1"/>
                          </a:solidFill>
                          <a:latin typeface="Malgun Gothic" panose="020B0503020000020004" pitchFamily="34" charset="-127"/>
                          <a:ea typeface="Malgun Gothic" panose="020B0503020000020004" pitchFamily="34" charset="-127"/>
                          <a:cs typeface="Times New Roman" pitchFamily="18" charset="0"/>
                          <a:sym typeface="Wingdings" pitchFamily="2" charset="2"/>
                        </a:rPr>
                        <a:t>{{PIC}}</a:t>
                      </a:r>
                    </a:p>
                  </a:txBody>
                  <a:tcPr marL="48528" marR="48528" marT="45730" marB="45730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8" name="그룹 62"/>
          <p:cNvGrpSpPr/>
          <p:nvPr/>
        </p:nvGrpSpPr>
        <p:grpSpPr>
          <a:xfrm>
            <a:off x="117769" y="103274"/>
            <a:ext cx="11972701" cy="563244"/>
            <a:chOff x="443788" y="829691"/>
            <a:chExt cx="9788433" cy="936000"/>
          </a:xfrm>
        </p:grpSpPr>
        <p:sp>
          <p:nvSpPr>
            <p:cNvPr id="19" name="대각선 방향의 모서리가 둥근 사각형 63"/>
            <p:cNvSpPr/>
            <p:nvPr/>
          </p:nvSpPr>
          <p:spPr>
            <a:xfrm>
              <a:off x="443788" y="829691"/>
              <a:ext cx="9788433" cy="936000"/>
            </a:xfrm>
            <a:prstGeom prst="round2DiagRect">
              <a:avLst>
                <a:gd name="adj1" fmla="val 0"/>
                <a:gd name="adj2" fmla="val 0"/>
              </a:avLst>
            </a:prstGeom>
            <a:solidFill>
              <a:schemeClr val="bg1">
                <a:lumMod val="95000"/>
              </a:schemeClr>
            </a:solidFill>
            <a:ln w="6350">
              <a:noFill/>
              <a:prstDash val="dashDot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01031" tIns="50516" rIns="101031" bIns="50516" anchor="ctr"/>
            <a:lstStyle/>
            <a:p>
              <a:pPr algn="ctr" defTabSz="504565" eaLnBrk="0" latinLnBrk="0" hangingPunct="0">
                <a:defRPr/>
              </a:pPr>
              <a:endParaRPr lang="pt-BR" sz="1843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0" name="직각 삼각형 64"/>
            <p:cNvSpPr/>
            <p:nvPr/>
          </p:nvSpPr>
          <p:spPr>
            <a:xfrm flipV="1">
              <a:off x="443788" y="853834"/>
              <a:ext cx="3456384" cy="797405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59353" latinLnBrk="0">
                <a:defRPr/>
              </a:pPr>
              <a:endParaRPr lang="pt-BR" sz="1843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1" name="자유형 65"/>
            <p:cNvSpPr/>
            <p:nvPr/>
          </p:nvSpPr>
          <p:spPr>
            <a:xfrm>
              <a:off x="7431871" y="833438"/>
              <a:ext cx="2800350" cy="838200"/>
            </a:xfrm>
            <a:custGeom>
              <a:avLst/>
              <a:gdLst>
                <a:gd name="connsiteX0" fmla="*/ 0 w 2800350"/>
                <a:gd name="connsiteY0" fmla="*/ 604837 h 838200"/>
                <a:gd name="connsiteX1" fmla="*/ 1628775 w 2800350"/>
                <a:gd name="connsiteY1" fmla="*/ 0 h 838200"/>
                <a:gd name="connsiteX2" fmla="*/ 2705100 w 2800350"/>
                <a:gd name="connsiteY2" fmla="*/ 0 h 838200"/>
                <a:gd name="connsiteX3" fmla="*/ 2800350 w 2800350"/>
                <a:gd name="connsiteY3" fmla="*/ 838200 h 838200"/>
                <a:gd name="connsiteX4" fmla="*/ 0 w 2800350"/>
                <a:gd name="connsiteY4" fmla="*/ 604837 h 838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00350" h="838200">
                  <a:moveTo>
                    <a:pt x="0" y="604837"/>
                  </a:moveTo>
                  <a:lnTo>
                    <a:pt x="1628775" y="0"/>
                  </a:lnTo>
                  <a:lnTo>
                    <a:pt x="2705100" y="0"/>
                  </a:lnTo>
                  <a:lnTo>
                    <a:pt x="2800350" y="838200"/>
                  </a:lnTo>
                  <a:lnTo>
                    <a:pt x="0" y="604837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59353" latinLnBrk="0">
                <a:defRPr/>
              </a:pPr>
              <a:endParaRPr lang="pt-BR" sz="1843" dirty="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22" name="TextBox 52">
            <a:extLst>
              <a:ext uri="{FF2B5EF4-FFF2-40B4-BE49-F238E27FC236}">
                <a16:creationId xmlns:a16="http://schemas.microsoft.com/office/drawing/2014/main" id="{763D930A-EEDC-D042-AAF5-F97A8DEBB6E0}"/>
              </a:ext>
            </a:extLst>
          </p:cNvPr>
          <p:cNvSpPr txBox="1"/>
          <p:nvPr/>
        </p:nvSpPr>
        <p:spPr>
          <a:xfrm>
            <a:off x="91637" y="102089"/>
            <a:ext cx="8295010" cy="492443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>
              <a:defRPr/>
            </a:pPr>
            <a:r>
              <a:rPr lang="en-US" sz="2600" b="1" dirty="0">
                <a:solidFill>
                  <a:srgbClr val="4472C4">
                    <a:lumMod val="7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algun Gothic" panose="020B0503020000020004" pitchFamily="34" charset="-127"/>
                <a:ea typeface="Malgun Gothic" panose="020B0503020000020004" pitchFamily="34" charset="-127"/>
                <a:cs typeface="Poppins" pitchFamily="2" charset="77"/>
              </a:rPr>
              <a:t>[SEDA-M] Quality Gate Anomaly Detection</a:t>
            </a:r>
            <a:endParaRPr lang="pt-BR" sz="2600" b="1" dirty="0">
              <a:solidFill>
                <a:srgbClr val="4472C4">
                  <a:lumMod val="75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algun Gothic" panose="020B0503020000020004" pitchFamily="34" charset="-127"/>
              <a:ea typeface="Malgun Gothic" panose="020B0503020000020004" pitchFamily="34" charset="-127"/>
              <a:cs typeface="Poppins" pitchFamily="2" charset="77"/>
            </a:endParaRPr>
          </a:p>
        </p:txBody>
      </p:sp>
      <p:sp>
        <p:nvSpPr>
          <p:cNvPr id="11" name="CaixaDeTexto 10"/>
          <p:cNvSpPr txBox="1"/>
          <p:nvPr/>
        </p:nvSpPr>
        <p:spPr>
          <a:xfrm>
            <a:off x="91637" y="761432"/>
            <a:ext cx="11998834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accent5">
                    <a:lumMod val="7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[ PQC ] Fail Rate</a:t>
            </a:r>
          </a:p>
        </p:txBody>
      </p:sp>
      <p:cxnSp>
        <p:nvCxnSpPr>
          <p:cNvPr id="31" name="Conector reto 30">
            <a:extLst>
              <a:ext uri="{FF2B5EF4-FFF2-40B4-BE49-F238E27FC236}">
                <a16:creationId xmlns:a16="http://schemas.microsoft.com/office/drawing/2014/main" id="{BEA55B4E-0424-43A8-9A07-1970050CDBC3}"/>
              </a:ext>
            </a:extLst>
          </p:cNvPr>
          <p:cNvCxnSpPr>
            <a:cxnSpLocks/>
          </p:cNvCxnSpPr>
          <p:nvPr/>
        </p:nvCxnSpPr>
        <p:spPr>
          <a:xfrm>
            <a:off x="8401843" y="5338006"/>
            <a:ext cx="0" cy="14040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2366966"/>
      </p:ext>
    </p:extLst>
  </p:cSld>
  <p:clrMapOvr>
    <a:masterClrMapping/>
  </p:clrMapOvr>
</p:sld>
</file>

<file path=ppt/theme/theme1.xml><?xml version="1.0" encoding="utf-8"?>
<a:theme xmlns:a="http://schemas.openxmlformats.org/drawingml/2006/main" name="1_PPT보고서양식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36000" tIns="36000" rIns="36000" bIns="36000" numCol="1" rtlCol="0" anchor="t" anchorCtr="0" compatLnSpc="1">
        <a:prstTxWarp prst="textNoShape">
          <a:avLst/>
        </a:prstTxWarp>
      </a:bodyPr>
      <a:lstStyle>
        <a:defPPr eaLnBrk="0" fontAlgn="base" latinLnBrk="0" hangingPunct="0">
          <a:spcBef>
            <a:spcPct val="0"/>
          </a:spcBef>
          <a:spcAft>
            <a:spcPct val="0"/>
          </a:spcAft>
          <a:defRPr sz="1200" dirty="0" smtClean="0">
            <a:solidFill>
              <a:srgbClr val="000000"/>
            </a:solidFill>
            <a:latin typeface="맑은 고딕" pitchFamily="50" charset="-127"/>
            <a:ea typeface="맑은 고딕" pitchFamily="50" charset="-127"/>
            <a:cs typeface="Arial" charset="0"/>
          </a:defRPr>
        </a:defPPr>
      </a:lstStyle>
    </a:spDef>
    <a:lnDef>
      <a:spPr>
        <a:ln w="952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9927F23F6D3D7B4C98FB8B30D7AC881F" ma:contentTypeVersion="0" ma:contentTypeDescription="새 문서를 만듭니다." ma:contentTypeScope="" ma:versionID="5dd07d232d262c6c0ae482f12f1e3d0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98509c16e2068e4d5d0612c501c1975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039D867-9917-4BFD-AD51-441CE313C29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EA978EC-85B1-4DE9-805D-726686BCD93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605E42E-A72A-49CA-B1E9-67F3975A7ECA}">
  <ds:schemaRefs>
    <ds:schemaRef ds:uri="http://purl.org/dc/elements/1.1/"/>
    <ds:schemaRef ds:uri="http://www.w3.org/XML/1998/namespace"/>
    <ds:schemaRef ds:uri="http://purl.org/dc/dcmitype/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221744</TotalTime>
  <Words>97</Words>
  <Application>Microsoft Office PowerPoint</Application>
  <PresentationFormat>Personalizar</PresentationFormat>
  <Paragraphs>36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</vt:i4>
      </vt:variant>
    </vt:vector>
  </HeadingPairs>
  <TitlesOfParts>
    <vt:vector size="10" baseType="lpstr">
      <vt:lpstr>맑은 고딕</vt:lpstr>
      <vt:lpstr>맑은 고딕</vt:lpstr>
      <vt:lpstr>Arial</vt:lpstr>
      <vt:lpstr>Calibri</vt:lpstr>
      <vt:lpstr>Calibri Light</vt:lpstr>
      <vt:lpstr>HY견고딕</vt:lpstr>
      <vt:lpstr>Wingdings</vt:lpstr>
      <vt:lpstr>1_PPT보고서양식</vt:lpstr>
      <vt:lpstr>Tema do Office</vt:lpstr>
      <vt:lpstr>Apresentação do PowerPoint</vt:lpstr>
    </vt:vector>
  </TitlesOfParts>
  <Company>Samsung Electronics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사업 연혁</dc:title>
  <dc:creator>김상원</dc:creator>
  <cp:lastModifiedBy>Amanda Dourado</cp:lastModifiedBy>
  <cp:revision>9387</cp:revision>
  <cp:lastPrinted>2024-05-29T17:06:15Z</cp:lastPrinted>
  <dcterms:created xsi:type="dcterms:W3CDTF">2014-07-26T01:50:47Z</dcterms:created>
  <dcterms:modified xsi:type="dcterms:W3CDTF">2026-07-11T04:23:15Z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0x0101009927F23F6D3D7B4C98FB8B30D7AC881F</vt:lpwstr>
  </property>
  <property fmtid="{D5CDD505-2E9C-101B-9397-08002B2CF9AE}" pid="3" name="DocumentId">
    <vt:lpwstr>e6a95619-5dcb-4ffe-9577-d9b6eaa37db4</vt:lpwstr>
  </property>
</Properties>
</file>